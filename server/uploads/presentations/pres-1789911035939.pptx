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Machine Learning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Seminar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1 MemoryMap Knowledge Sources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Machine Learning and its primary role in computer science &amp; data systems.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Motivation: Consolidating knowledge across python.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Learning Objective: Understanding definitions, structural properties, and operational tradeoffs.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Foundational data structures, object-oriented concepts, and memory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Principles: Machine Learning Core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Definitions &amp; Structural Foundations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Essential fundamentals and architecture of Machine Learning.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in Knowledge Base: Indexed Materials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Fast lookups, deterministic behavior, and structured memory layout.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Basic Data Structures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MECHANICS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Mechanics: Implementation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Workflow &amp; Runtime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Breakdown: Practical techniques and structural algorithms.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O(1) average lookup, O(N) linear traversal fallback.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Dynamic memory allocation with cache-friendly structures.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Technique: Minimizing collision risks and optimizing memory overhead.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— Implementation &amp; Usage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 &amp;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 Encapsulating data access behind clean interfaces.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Instantiating optimal capacity bounds to avoid costly resizing.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Avoidance: Handling null keys, out-of-bounds checks, and thread synchronization.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Syntax: Clean API usage as documented in python.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of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Deployment &amp; 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Services: Caching layers, search indices, and in-memory stores.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Systems: Indexing mechanisms (B-Trees, Hash Indices) for O(1) query speeds.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Development: Managing session state, routing maps, and duplicate tracking.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AI: Feature vector storage and neural network weight matrices.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Conclusions &amp; Revision Checklist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provides a robust framework for managing complex learning data.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Machine Learning Core Concepts, Implementation Patterns, System Applications ensures complete subject coverage.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Tradeoffs: Balance memory overhead against access speed based on workload requirements.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Topic: Advanced collision handling &amp; concurrent data structures.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MemoryMap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Citation Traceability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[▶️ YouTube] python (Java Programming)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Presentation</dc:title>
  <dc:subject>PptxGenJS Presentation</dc:subject>
  <dc:creator>MemoryMap AI</dc:creator>
  <cp:lastModifiedBy>MemoryMap AI</cp:lastModifiedBy>
  <cp:revision>1.0</cp:revision>
  <dcterms:created xsi:type="dcterms:W3CDTF">2026-09-20T13:30:35Z</dcterms:created>
  <dcterms:modified xsi:type="dcterms:W3CDTF">2026-09-20T13:30:35Z</dcterms:modified>
</cp:coreProperties>
</file>