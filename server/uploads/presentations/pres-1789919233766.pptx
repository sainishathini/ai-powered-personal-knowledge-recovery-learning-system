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• Personal Knowledge Recovery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Machine Learning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Format: Seminar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From: 1 MemoryMap Knowledge Sources (Machine Learning Basics — Supervised &amp; Unsupervised)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Alex Rivera (Student)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Learning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YouTube Video Captions Transcript [https://www.youtube.com/watch?v=air-ml-basics-lecture]: 00:00 — Welcome back! In this video we examine the Java Collections Framework. 05:30 — Th...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Resource: Machine Learning Basics — Supervised &amp; Unsupervised (youtube)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Goal: Master definitions, structural mechanics, and operational tradeoffs of Machine Learning.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Synthesized across 1 student study materials.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Key Properties (Source: Java Collections.pdf)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Stores unique elements in Java backed by a hashtable. Guarantees no duplicate elements.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12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ArrayList, HashMap, Set, Duplicate Removal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Workflow &amp; Execution Mechanics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Hash table based implementation of Map interface, storing key-value pairs.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15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HashSet, ArrayList, Collision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COLLECTIONS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Practical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Resizable-array implementation of the List interface.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3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HashSet, LinkedList, Collections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PROGRAMMING LANGUAGES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Complexity &amp; Industry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Object-oriented programming language designed for platform independence.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Collections, ArrayList, HashSet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JAVA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Key Properties (Source: Java Collections.pdf)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Unified framework for representing and manipulating collections of objects.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ArrayList, HashSet, HashMap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Removal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Workflow &amp; Execution Mechanics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Technique of passing a collection into HashSet to eliminate duplicate entries.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18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Collections, ArrayList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DATA STRUCTURES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Practical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LIFO (Last-In-First-Out) linear data structure.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2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Queue, Recursion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Complexity &amp; Industry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Method where a function calls itself to solve smaller subproblems.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10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Tree, Binary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DATABASE SYSTEMS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Key Properties (Source: DBMS Notes.pdf)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Definition: Process of structuring relational database schema to eliminate data redundancy.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Location: Page 14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High efficiency, deterministic state management, and optimized memory usage.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Network Connections: Primary Key, Foreign Key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MemoryMap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Citation Traceability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[▶️ YouTube] Machine Learning Basics — Supervised &amp; Unsupervised (Java Programming)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12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MemoryMap Personal Knowledge Recovery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Presentation</dc:title>
  <dc:subject>PptxGenJS Presentation</dc:subject>
  <dc:creator>MemoryMap AI</dc:creator>
  <cp:lastModifiedBy>MemoryMap AI</cp:lastModifiedBy>
  <cp:revision>1.0</cp:revision>
  <dcterms:created xsi:type="dcterms:W3CDTF">2026-09-20T15:47:13Z</dcterms:created>
  <dcterms:modified xsi:type="dcterms:W3CDTF">2026-09-20T15:47:13Z</dcterms:modified>
</cp:coreProperties>
</file>