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• Personal Knowledge Recovery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0"/>
            <a:ext cx="9784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Machine Learning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Format: Seminar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From: 4 MemoryMap Knowledge Sources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Alex Rivera (Student)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Machine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&amp; Learning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Machine Learning and its primary role in computer science &amp; data systems.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Motivation: Consolidating knowledge across Java Collections.pdf, DSA_Notes.jpg.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Learning Objective: Understanding definitions, structural properties, and operational tradeoffs.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Foundational data structures, object-oriented concepts, and memory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Principles: HashSet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Definitions &amp; Structural Foundations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Stores unique elements in Java backed by a hashtable. Guarantees no duplicate elements.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in Knowledge Base: Page 12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Fast lookups, deterministic behavior, and structured memory layout.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Set Interface, Collections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MECHANICS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Mechanics: HashMap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Workflow &amp; Runtime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Breakdown: Hash table based implementation of Map interface, storing key-value pairs.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Complexity: O(1) average lookup, O(N) linear traversal fallback.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Complexity: Dynamic memory allocation with cache-friendly structures.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Technique: Minimizing collision risks and optimizing memory overhead.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— Implementation &amp; Usage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Engineering &amp; Design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Pattern: Encapsulating data access behind clean interfaces.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Instantiating optimal capacity bounds to avoid costly resizing.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Avoidance: Handling null keys, out-of-bounds checks, and thread synchronization.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Syntax: Clean API usage as documented in Java Collections.pdf.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 of Machine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Deployment &amp; System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High-Throughput Services: Caching layers, search indices, and in-memory stores.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Systems: Indexing mechanisms (B-Trees, Hash Indices) for O(1) query speeds.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Development: Managing session state, routing maps, and duplicate tracking.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&amp; AI: Feature vector storage and neural network weight matrices.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Conclusions &amp; Revision Checklist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provides a robust framework for managing complex learning data.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HashSet, HashMap, ArrayList ensures complete subject coverage.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Tradeoffs: Balance memory overhead against access speed based on workload requirements.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Topic: Advanced collision handling &amp; concurrent data structures.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MemoryMap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Citation Traceability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[🔗 Google Drive] Java Collections.pdf (CS201 - Data Structures &amp; Algorithms)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[🖼️ Image OCR] DSA_Notes.jpg (CS201 - Data Structures)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[📄 Uploaded Document] DSA_Lecture.mp4 (CS201 - Data Structures)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[▶️ YouTube] Java Collections Explained (Java Programming)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8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MemoryMap Personal Knowledge Recovery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Presentation</dc:title>
  <dc:subject>PptxGenJS Presentation</dc:subject>
  <dc:creator>MemoryMap AI</dc:creator>
  <cp:lastModifiedBy>MemoryMap AI</cp:lastModifiedBy>
  <cp:revision>1.0</cp:revision>
  <dcterms:created xsi:type="dcterms:W3CDTF">2026-09-20T12:37:49Z</dcterms:created>
  <dcterms:modified xsi:type="dcterms:W3CDTF">2026-09-20T12:37:49Z</dcterms:modified>
</cp:coreProperties>
</file>