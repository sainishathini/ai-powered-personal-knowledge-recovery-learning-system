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Presentation • Personal Knowledge Recovery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1051560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657600"/>
            <a:ext cx="9784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Machine Learning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Format: Class Presentation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From: 2 MemoryMap Knowledge Sources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Alex Rivera (Student)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of 5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Machine Learning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 &amp; Learning Scope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of Machine Learning and its primary role in computer science &amp; data systems.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Motivation: Consolidating knowledge across DSA_Notes.jpg, Java Collections Explained.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Learning Objective: Understanding definitions, structural properties, and operational tradeoffs.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Prerequisites: Foundational data structures, object-oriented concepts, and memory models.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5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Principles: Machine Learning Core Concepts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Definitions &amp; Structural Foundations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 Essential fundamentals and architecture of Machine Learning.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in Knowledge Base: Indexed Materials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Properties: Fast lookups, deterministic behavior, and structured memory layout.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Prerequisites: Basic Data Structures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5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MECHANICS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Mechanics: Implementation Patterns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Workflow &amp; Runtime Performance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Breakdown: Practical techniques and structural algorithms.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Complexity: O(1) average lookup, O(N) linear traversal fallback.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Complexity: Dynamic memory allocation with cache-friendly structures.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Technique: Minimizing collision risks and optimizing memory overhead.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5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MEMORYMAP PRESENTATION AI  | 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— Implementation &amp; Usage Patterns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Engineering &amp; Design Patterns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9784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Pattern: Encapsulating data access behind clean interfaces.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 Instantiating optimal capacity bounds to avoid costly resizing.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Avoidance: Handling null keys, out-of-bounds checks, and thread synchronization.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Syntax: Clean API usage as documented in DSA_Notes.jpg.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5  •  MemoryMap AI Knowledge System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MemoryMap Personal Knowledge Recovery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Presentation</dc:title>
  <dc:subject>PptxGenJS Presentation</dc:subject>
  <dc:creator>MemoryMap AI</dc:creator>
  <cp:lastModifiedBy>MemoryMap AI</cp:lastModifiedBy>
  <cp:revision>1.0</cp:revision>
  <dcterms:created xsi:type="dcterms:W3CDTF">2026-09-20T12:45:26Z</dcterms:created>
  <dcterms:modified xsi:type="dcterms:W3CDTF">2026-09-20T12:45:26Z</dcterms:modified>
</cp:coreProperties>
</file>