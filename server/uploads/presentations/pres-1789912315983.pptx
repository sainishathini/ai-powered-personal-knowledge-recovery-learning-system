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097280"/>
            <a:ext cx="1371600" cy="73152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HASHSET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5603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Seminar • Personal Knowledge Recovery System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3474720"/>
            <a:ext cx="10515600" cy="2560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3657600"/>
            <a:ext cx="97840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Topic: HashSet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Format: Seminar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From: 1 MemoryMap Knowledge Sources (Java Collections.pdf)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Presenter: Alex Rivera (Student)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64008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 of 13  •  MemoryMap AI Knowledge System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MEMORYMAP PRESENTATION AI  |  OVERVIEW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to HashSet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 &amp; Learning Scope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011680"/>
            <a:ext cx="10515600" cy="4206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2194560"/>
            <a:ext cx="978408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Context: Java Collections Framework Guide: Section 1: Java &amp; Collections Architecture. Java provides a unified collection hierarchy. Section 2: ArrayList resizable arrays providing O(1) ran...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Resource: Java Collections.pdf (google_drive)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Goal: Master definitions, structural mechanics, and operational tradeoffs of HashSet.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Scope: Synthesized across 1 student study materials.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64008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2 of 13  •  MemoryMap AI Knowledge System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MEMORYMAP PRESENTATION AI  |  JAVA COLLECTIONS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HashSet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Definitions &amp; Key Properties (Source: Java Collections.pdf)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011680"/>
            <a:ext cx="10515600" cy="4206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2194560"/>
            <a:ext cx="978408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Definition: Stores unique elements in Java backed by a hashtable. Guarantees no duplicate elements.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Location: Page 12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Properties: High efficiency, deterministic state management, and optimized memory usage.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Related Network Connections: ArrayList, HashMap, Set, Duplicate Removal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64008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3 of 13  •  MemoryMap AI Knowledge System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MEMORYMAP PRESENTATION AI  |  JAVA COLLECTIONS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HashMap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Workflow &amp; Execution Mechanics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011680"/>
            <a:ext cx="10515600" cy="4206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2194560"/>
            <a:ext cx="978408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Definition: Hash table based implementation of Map interface, storing key-value pairs.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Location: Page 15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Properties: High efficiency, deterministic state management, and optimized memory usage.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Related Network Connections: HashSet, ArrayList, Collision Handling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64008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4 of 13  •  MemoryMap AI Knowledge System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MEMORYMAP PRESENTATION AI  |  JAVA COLLECTIONS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ArrayList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&amp; Practical Design Patterns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011680"/>
            <a:ext cx="10515600" cy="4206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2194560"/>
            <a:ext cx="978408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Definition: Resizable-array implementation of the List interface.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Location: Page 3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Properties: High efficiency, deterministic state management, and optimized memory usage.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Related Network Connections: HashSet, LinkedList, Collections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64008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5 of 13  •  MemoryMap AI Knowledge System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MEMORYMAP PRESENTATION AI  |  PROGRAMMING LANGUAGES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Complexity &amp; Industry Use Cases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011680"/>
            <a:ext cx="10515600" cy="4206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2194560"/>
            <a:ext cx="978408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Definition: Object-oriented programming language designed for platform independence.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Location: Page 1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Properties: High efficiency, deterministic state management, and optimized memory usage.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Related Network Connections: Collections, ArrayList, HashSet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64008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6 of 13  •  MemoryMap AI Knowledge System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MEMORYMAP PRESENTATION AI  |  JAVA 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Collections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Definitions &amp; Key Properties (Source: Java Collections.pdf)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011680"/>
            <a:ext cx="10515600" cy="4206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2194560"/>
            <a:ext cx="978408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Definition: Unified framework for representing and manipulating collections of objects.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Location: Page 1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Properties: High efficiency, deterministic state management, and optimized memory usage.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Related Network Connections: ArrayList, HashSet, HashMap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64008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7 of 13  •  MemoryMap AI Knowledge System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MEMORYMAP PRESENTATION AI  |  ALGORITHMS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Duplicate Removal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Workflow &amp; Execution Mechanics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011680"/>
            <a:ext cx="10515600" cy="4206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2194560"/>
            <a:ext cx="978408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Definition: Technique of passing a collection into HashSet to eliminate duplicate entries.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Location: Page 18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Properties: High efficiency, deterministic state management, and optimized memory usage.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Related Network Connections: Collections, ArrayList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64008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8 of 13  •  MemoryMap AI Knowledge System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MEMORYMAP PRESENTATION AI  |  JAVA COLLECTIONS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HashSet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&amp; Practical Design Patterns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011680"/>
            <a:ext cx="10515600" cy="4206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2194560"/>
            <a:ext cx="978408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Definition: Stores unique elements in Java backed by a hashtable. Guarantees no duplicate elements.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Location: Page 12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Properties: High efficiency, deterministic state management, and optimized memory usage.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Related Network Connections: ArrayList, HashMap, Set, Duplicate Removal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64008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9 of 13  •  MemoryMap AI Knowledge System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MEMORYMAP PRESENTATION AI  |  JAVA COLLECTIONS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HashMap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Complexity &amp; Industry Use Cases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011680"/>
            <a:ext cx="10515600" cy="4206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2194560"/>
            <a:ext cx="978408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Definition: Hash table based implementation of Map interface, storing key-value pairs.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Location: Page 15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Properties: High efficiency, deterministic state management, and optimized memory usage.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Related Network Connections: HashSet, ArrayList, Collision Handling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64008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10 of 13  •  MemoryMap AI Knowledge System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MEMORYMAP PRESENTATION AI  |  JAVA COLLECTIONS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ArrayList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Definitions &amp; Key Properties (Source: Java Collections.pdf)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011680"/>
            <a:ext cx="10515600" cy="4206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2194560"/>
            <a:ext cx="978408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Definition: Resizable-array implementation of the List interface.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Location: Page 3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Properties: High efficiency, deterministic state management, and optimized memory usage.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Related Network Connections: HashSet, LinkedList, Collections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64008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11 of 13  •  MemoryMap AI Knowledge System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MEMORYMAP PRESENTATION AI  |  PROGRAMMING LANGUAGES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Workflow &amp; Execution Mechanics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011680"/>
            <a:ext cx="10515600" cy="4206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2194560"/>
            <a:ext cx="978408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Definition: Object-oriented programming language designed for platform independence.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Location: Page 1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Properties: High efficiency, deterministic state management, and optimized memory usage.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Related Network Connections: Collections, ArrayList, HashSet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64008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12 of 13  •  MemoryMap AI Knowledge System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MEMORYMAP PRESENTATION AI  |  REFERENCES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 &amp; MemoryMap Sources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 Citation Traceability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011680"/>
            <a:ext cx="10515600" cy="4206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2194560"/>
            <a:ext cx="978408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[🔗 Google Drive] Java Collections.pdf (CS201 - Data Structures &amp; Algorithms)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64008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13 of 13  •  MemoryMap AI Knowledge System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MemoryMap Personal Knowledge Recovery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HashSet Presentation</dc:title>
  <dc:subject>PptxGenJS Presentation</dc:subject>
  <dc:creator>MemoryMap AI</dc:creator>
  <cp:lastModifiedBy>MemoryMap AI</cp:lastModifiedBy>
  <cp:revision>1.0</cp:revision>
  <dcterms:created xsi:type="dcterms:W3CDTF">2026-09-20T13:51:55Z</dcterms:created>
  <dcterms:modified xsi:type="dcterms:W3CDTF">2026-09-20T13:51:55Z</dcterms:modified>
</cp:coreProperties>
</file>